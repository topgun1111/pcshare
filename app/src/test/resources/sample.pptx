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 one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Deck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Bullets &amp; &lt;tags&gt;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point</a:t>
            </a:r>
          </a:p>
          <a:p>
            <a:r>
              <a:rPr b="1"/>
              <a:t>Bold second</a:t>
            </a:r>
          </a:p>
          <a:p>
            <a:pPr lvl="1"/>
            <a:r>
              <a:t>Nested point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609600">
                <a:tc gridSpan="2">
                  <a:txBody>
                    <a:bodyPr/>
                    <a:lstStyle/>
                    <a:p>
                      <a:r>
                        <a:t>Merged head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A1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B1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Çay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762000" cy="50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6576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Plain text box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Hidden one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