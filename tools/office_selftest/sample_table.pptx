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slide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</a:tr>
              <a:tr h="609600">
                <a:tc gridSpan="2">
                  <a:txBody>
                    <a:bodyPr/>
                    <a:lstStyle/>
                    <a:p>
                      <a:r>
                        <a:t>r1c0</a:t>
                      </a:r>
                    </a:p>
                    <a:p>
                      <a:r>
                        <a:t>r1c1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